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サンプルプレゼンテーション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テキストとテーブルを含むPowerPointプレゼンテーションの例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はじめに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このプレゼンテーションは、Pythonを使用して簡単なPPTXファイルを作成する方法を示しています。</a:t>
            </a:r>
            <a:br/>
            <a:r>
              <a:t>タイトルスライド、テキストスライド、テーブル付きのスライドが含まれています。</a:t>
            </a:r>
          </a:p>
          <a:p/>
          <a:p>
            <a:r>
              <a:t>タイトルスライド、テキストスライド、テーブル付きのスライドが含まれています。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サンプルテーブル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ヘッダー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ヘッダー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ヘッダー 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Row 1,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1,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1, Col 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Row 2,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2,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2, Col 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