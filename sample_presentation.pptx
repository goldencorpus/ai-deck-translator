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example PowerPoint presentation with text and tables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demonstrates how to create a simple PPTX file using Python.</a:t>
            </a:r>
          </a:p>
          <a:p>
            <a:r>
              <a:t>It contains a title slide, a text slide, and a slide with a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Row 1,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1,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1, Col 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Row 2, Col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2, Col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Row 2, Col 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