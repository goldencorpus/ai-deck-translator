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These are speaker notes for the title slide. The ID standardization fix should handle this.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These are speaker notes for the content slide. The ID validation fix should handle this.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Test Presentation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Testing ID Format Standardization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Content Slide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is a bullet point</a:t>
            </a:r>
          </a:p>
          <a:p>
            <a:r>
              <a:t>This is another bullet point</a:t>
            </a:r>
          </a:p>
          <a:p>
            <a:r>
              <a:t>This is a third bullet point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