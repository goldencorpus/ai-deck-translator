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speaker notes for the title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speaker notes for the content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Testing Slide Notes Translation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a bullet point</a:t>
            </a:r>
          </a:p>
          <a:p>
            <a:r>
              <a:t>This is another bullet point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