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title slide. They should be translated.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the content slide. They contain important information for the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more detailed speaker notes. They explain what the presenter should say during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Slide Notes Translation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bullet point</a:t>
            </a:r>
          </a:p>
          <a:p>
            <a:r>
              <a:t>This is another bullet point</a:t>
            </a:r>
          </a:p>
          <a:p>
            <a:r>
              <a:t>This is a 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different content</a:t>
            </a:r>
          </a:p>
          <a:p>
            <a:r>
              <a:t>With multiple bullet points</a:t>
            </a:r>
          </a:p>
          <a:p>
            <a:r>
              <a:t>And some more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